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475913" cy="5472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5B73"/>
    <a:srgbClr val="F8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1"/>
    <p:restoredTop sz="94658"/>
  </p:normalViewPr>
  <p:slideViewPr>
    <p:cSldViewPr snapToGrid="0">
      <p:cViewPr>
        <p:scale>
          <a:sx n="106" d="100"/>
          <a:sy n="106" d="100"/>
        </p:scale>
        <p:origin x="80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9489" y="895552"/>
            <a:ext cx="7856935" cy="1905106"/>
          </a:xfrm>
        </p:spPr>
        <p:txBody>
          <a:bodyPr anchor="b"/>
          <a:lstStyle>
            <a:lvl1pPr algn="ctr">
              <a:defRPr sz="47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9489" y="2874127"/>
            <a:ext cx="7856935" cy="1321160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00" indent="0" algn="ctr">
              <a:buNone/>
              <a:defRPr sz="1596"/>
            </a:lvl2pPr>
            <a:lvl3pPr marL="729600" indent="0" algn="ctr">
              <a:buNone/>
              <a:defRPr sz="1436"/>
            </a:lvl3pPr>
            <a:lvl4pPr marL="1094400" indent="0" algn="ctr">
              <a:buNone/>
              <a:defRPr sz="1277"/>
            </a:lvl4pPr>
            <a:lvl5pPr marL="1459200" indent="0" algn="ctr">
              <a:buNone/>
              <a:defRPr sz="1277"/>
            </a:lvl5pPr>
            <a:lvl6pPr marL="1823999" indent="0" algn="ctr">
              <a:buNone/>
              <a:defRPr sz="1277"/>
            </a:lvl6pPr>
            <a:lvl7pPr marL="2188799" indent="0" algn="ctr">
              <a:buNone/>
              <a:defRPr sz="1277"/>
            </a:lvl7pPr>
            <a:lvl8pPr marL="2553599" indent="0" algn="ctr">
              <a:buNone/>
              <a:defRPr sz="1277"/>
            </a:lvl8pPr>
            <a:lvl9pPr marL="2918399" indent="0" algn="ctr">
              <a:buNone/>
              <a:defRPr sz="127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043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079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763" y="1364229"/>
            <a:ext cx="9035475" cy="2276247"/>
          </a:xfrm>
        </p:spPr>
        <p:txBody>
          <a:bodyPr anchor="b"/>
          <a:lstStyle>
            <a:lvl1pPr>
              <a:defRPr sz="47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763" y="3662010"/>
            <a:ext cx="9035475" cy="1197024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82000"/>
                  </a:schemeClr>
                </a:solidFill>
              </a:defRPr>
            </a:lvl1pPr>
            <a:lvl2pPr marL="364800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2pPr>
            <a:lvl3pPr marL="729600" indent="0">
              <a:buNone/>
              <a:defRPr sz="1436">
                <a:solidFill>
                  <a:schemeClr val="tx1">
                    <a:tint val="82000"/>
                  </a:schemeClr>
                </a:solidFill>
              </a:defRPr>
            </a:lvl3pPr>
            <a:lvl4pPr marL="1094400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4pPr>
            <a:lvl5pPr marL="1459200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5pPr>
            <a:lvl6pPr marL="1823999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6pPr>
            <a:lvl7pPr marL="2188799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7pPr>
            <a:lvl8pPr marL="2553599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8pPr>
            <a:lvl9pPr marL="2918399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35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219" y="1456697"/>
            <a:ext cx="4452263" cy="34720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3431" y="1456697"/>
            <a:ext cx="4452263" cy="34720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9604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83" y="291340"/>
            <a:ext cx="9035475" cy="105768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584" y="1341428"/>
            <a:ext cx="4431802" cy="657413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00" indent="0">
              <a:buNone/>
              <a:defRPr sz="1596" b="1"/>
            </a:lvl2pPr>
            <a:lvl3pPr marL="729600" indent="0">
              <a:buNone/>
              <a:defRPr sz="1436" b="1"/>
            </a:lvl3pPr>
            <a:lvl4pPr marL="1094400" indent="0">
              <a:buNone/>
              <a:defRPr sz="1277" b="1"/>
            </a:lvl4pPr>
            <a:lvl5pPr marL="1459200" indent="0">
              <a:buNone/>
              <a:defRPr sz="1277" b="1"/>
            </a:lvl5pPr>
            <a:lvl6pPr marL="1823999" indent="0">
              <a:buNone/>
              <a:defRPr sz="1277" b="1"/>
            </a:lvl6pPr>
            <a:lvl7pPr marL="2188799" indent="0">
              <a:buNone/>
              <a:defRPr sz="1277" b="1"/>
            </a:lvl7pPr>
            <a:lvl8pPr marL="2553599" indent="0">
              <a:buNone/>
              <a:defRPr sz="1277" b="1"/>
            </a:lvl8pPr>
            <a:lvl9pPr marL="2918399" indent="0">
              <a:buNone/>
              <a:defRPr sz="12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1584" y="1998841"/>
            <a:ext cx="4431802" cy="29399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03431" y="1341428"/>
            <a:ext cx="4453628" cy="657413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00" indent="0">
              <a:buNone/>
              <a:defRPr sz="1596" b="1"/>
            </a:lvl2pPr>
            <a:lvl3pPr marL="729600" indent="0">
              <a:buNone/>
              <a:defRPr sz="1436" b="1"/>
            </a:lvl3pPr>
            <a:lvl4pPr marL="1094400" indent="0">
              <a:buNone/>
              <a:defRPr sz="1277" b="1"/>
            </a:lvl4pPr>
            <a:lvl5pPr marL="1459200" indent="0">
              <a:buNone/>
              <a:defRPr sz="1277" b="1"/>
            </a:lvl5pPr>
            <a:lvl6pPr marL="1823999" indent="0">
              <a:buNone/>
              <a:defRPr sz="1277" b="1"/>
            </a:lvl6pPr>
            <a:lvl7pPr marL="2188799" indent="0">
              <a:buNone/>
              <a:defRPr sz="1277" b="1"/>
            </a:lvl7pPr>
            <a:lvl8pPr marL="2553599" indent="0">
              <a:buNone/>
              <a:defRPr sz="1277" b="1"/>
            </a:lvl8pPr>
            <a:lvl9pPr marL="2918399" indent="0">
              <a:buNone/>
              <a:defRPr sz="12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03431" y="1998841"/>
            <a:ext cx="4453628" cy="29399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42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195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642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84" y="364808"/>
            <a:ext cx="3378754" cy="1276826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3627" y="787883"/>
            <a:ext cx="5303431" cy="3888747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1584" y="1641634"/>
            <a:ext cx="3378754" cy="3041330"/>
          </a:xfrm>
        </p:spPr>
        <p:txBody>
          <a:bodyPr/>
          <a:lstStyle>
            <a:lvl1pPr marL="0" indent="0">
              <a:buNone/>
              <a:defRPr sz="1277"/>
            </a:lvl1pPr>
            <a:lvl2pPr marL="364800" indent="0">
              <a:buNone/>
              <a:defRPr sz="1117"/>
            </a:lvl2pPr>
            <a:lvl3pPr marL="729600" indent="0">
              <a:buNone/>
              <a:defRPr sz="957"/>
            </a:lvl3pPr>
            <a:lvl4pPr marL="1094400" indent="0">
              <a:buNone/>
              <a:defRPr sz="798"/>
            </a:lvl4pPr>
            <a:lvl5pPr marL="1459200" indent="0">
              <a:buNone/>
              <a:defRPr sz="798"/>
            </a:lvl5pPr>
            <a:lvl6pPr marL="1823999" indent="0">
              <a:buNone/>
              <a:defRPr sz="798"/>
            </a:lvl6pPr>
            <a:lvl7pPr marL="2188799" indent="0">
              <a:buNone/>
              <a:defRPr sz="798"/>
            </a:lvl7pPr>
            <a:lvl8pPr marL="2553599" indent="0">
              <a:buNone/>
              <a:defRPr sz="798"/>
            </a:lvl8pPr>
            <a:lvl9pPr marL="2918399" indent="0">
              <a:buNone/>
              <a:defRPr sz="7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630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84" y="364808"/>
            <a:ext cx="3378754" cy="1276826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53627" y="787883"/>
            <a:ext cx="5303431" cy="3888747"/>
          </a:xfrm>
        </p:spPr>
        <p:txBody>
          <a:bodyPr anchor="t"/>
          <a:lstStyle>
            <a:lvl1pPr marL="0" indent="0">
              <a:buNone/>
              <a:defRPr sz="2553"/>
            </a:lvl1pPr>
            <a:lvl2pPr marL="364800" indent="0">
              <a:buNone/>
              <a:defRPr sz="2234"/>
            </a:lvl2pPr>
            <a:lvl3pPr marL="729600" indent="0">
              <a:buNone/>
              <a:defRPr sz="1915"/>
            </a:lvl3pPr>
            <a:lvl4pPr marL="1094400" indent="0">
              <a:buNone/>
              <a:defRPr sz="1596"/>
            </a:lvl4pPr>
            <a:lvl5pPr marL="1459200" indent="0">
              <a:buNone/>
              <a:defRPr sz="1596"/>
            </a:lvl5pPr>
            <a:lvl6pPr marL="1823999" indent="0">
              <a:buNone/>
              <a:defRPr sz="1596"/>
            </a:lvl6pPr>
            <a:lvl7pPr marL="2188799" indent="0">
              <a:buNone/>
              <a:defRPr sz="1596"/>
            </a:lvl7pPr>
            <a:lvl8pPr marL="2553599" indent="0">
              <a:buNone/>
              <a:defRPr sz="1596"/>
            </a:lvl8pPr>
            <a:lvl9pPr marL="2918399" indent="0">
              <a:buNone/>
              <a:defRPr sz="159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1584" y="1641634"/>
            <a:ext cx="3378754" cy="3041330"/>
          </a:xfrm>
        </p:spPr>
        <p:txBody>
          <a:bodyPr/>
          <a:lstStyle>
            <a:lvl1pPr marL="0" indent="0">
              <a:buNone/>
              <a:defRPr sz="1277"/>
            </a:lvl1pPr>
            <a:lvl2pPr marL="364800" indent="0">
              <a:buNone/>
              <a:defRPr sz="1117"/>
            </a:lvl2pPr>
            <a:lvl3pPr marL="729600" indent="0">
              <a:buNone/>
              <a:defRPr sz="957"/>
            </a:lvl3pPr>
            <a:lvl4pPr marL="1094400" indent="0">
              <a:buNone/>
              <a:defRPr sz="798"/>
            </a:lvl4pPr>
            <a:lvl5pPr marL="1459200" indent="0">
              <a:buNone/>
              <a:defRPr sz="798"/>
            </a:lvl5pPr>
            <a:lvl6pPr marL="1823999" indent="0">
              <a:buNone/>
              <a:defRPr sz="798"/>
            </a:lvl6pPr>
            <a:lvl7pPr marL="2188799" indent="0">
              <a:buNone/>
              <a:defRPr sz="798"/>
            </a:lvl7pPr>
            <a:lvl8pPr marL="2553599" indent="0">
              <a:buNone/>
              <a:defRPr sz="798"/>
            </a:lvl8pPr>
            <a:lvl9pPr marL="2918399" indent="0">
              <a:buNone/>
              <a:defRPr sz="7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738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914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96825" y="291339"/>
            <a:ext cx="2258869" cy="46373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219" y="291339"/>
            <a:ext cx="6645657" cy="46373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528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219" y="291340"/>
            <a:ext cx="9035475" cy="1057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219" y="1456697"/>
            <a:ext cx="9035475" cy="3472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219" y="5071839"/>
            <a:ext cx="2357080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62DA3-4F80-2747-89C4-1393DE845CF9}" type="datetimeFigureOut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70146" y="5071839"/>
            <a:ext cx="3535621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8614" y="5071839"/>
            <a:ext cx="2357080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089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9600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400" indent="-182400" algn="l" defTabSz="729600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1pPr>
      <a:lvl2pPr marL="547200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915" kern="1200">
          <a:solidFill>
            <a:schemeClr val="tx1"/>
          </a:solidFill>
          <a:latin typeface="+mn-lt"/>
          <a:ea typeface="+mn-ea"/>
          <a:cs typeface="+mn-cs"/>
        </a:defRPr>
      </a:lvl2pPr>
      <a:lvl3pPr marL="912000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596" kern="1200">
          <a:solidFill>
            <a:schemeClr val="tx1"/>
          </a:solidFill>
          <a:latin typeface="+mn-lt"/>
          <a:ea typeface="+mn-ea"/>
          <a:cs typeface="+mn-cs"/>
        </a:defRPr>
      </a:lvl3pPr>
      <a:lvl4pPr marL="1276800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6415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20063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1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59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07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0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60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40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20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3999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8799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3599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399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90B8B1B7-0165-DBB6-E7E3-C5C68D1C6D74}"/>
              </a:ext>
            </a:extLst>
          </p:cNvPr>
          <p:cNvGrpSpPr/>
          <p:nvPr/>
        </p:nvGrpSpPr>
        <p:grpSpPr>
          <a:xfrm>
            <a:off x="12618" y="18113"/>
            <a:ext cx="10450676" cy="5435885"/>
            <a:chOff x="870663" y="803246"/>
            <a:chExt cx="10450676" cy="5435885"/>
          </a:xfrm>
        </p:grpSpPr>
        <p:sp>
          <p:nvSpPr>
            <p:cNvPr id="113" name="圆角矩形 112">
              <a:extLst>
                <a:ext uri="{FF2B5EF4-FFF2-40B4-BE49-F238E27FC236}">
                  <a16:creationId xmlns:a16="http://schemas.microsoft.com/office/drawing/2014/main" id="{175C537F-6077-8D9E-84F2-80D5CCFE8FA7}"/>
                </a:ext>
              </a:extLst>
            </p:cNvPr>
            <p:cNvSpPr/>
            <p:nvPr/>
          </p:nvSpPr>
          <p:spPr>
            <a:xfrm>
              <a:off x="870663" y="1229823"/>
              <a:ext cx="3240000" cy="54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Agents for Software Quality</a:t>
              </a:r>
              <a:endPara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4" name="圆角矩形 113">
              <a:extLst>
                <a:ext uri="{FF2B5EF4-FFF2-40B4-BE49-F238E27FC236}">
                  <a16:creationId xmlns:a16="http://schemas.microsoft.com/office/drawing/2014/main" id="{51F1CD1A-BAA3-332F-8E06-CFEC5723B5D5}"/>
                </a:ext>
              </a:extLst>
            </p:cNvPr>
            <p:cNvSpPr/>
            <p:nvPr/>
          </p:nvSpPr>
          <p:spPr>
            <a:xfrm>
              <a:off x="8081339" y="1229823"/>
              <a:ext cx="3240000" cy="54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SE for Agent Quality</a:t>
              </a:r>
            </a:p>
          </p:txBody>
        </p:sp>
        <p:sp>
          <p:nvSpPr>
            <p:cNvPr id="120" name="圆角矩形 119">
              <a:extLst>
                <a:ext uri="{FF2B5EF4-FFF2-40B4-BE49-F238E27FC236}">
                  <a16:creationId xmlns:a16="http://schemas.microsoft.com/office/drawing/2014/main" id="{5BD685A9-8619-0223-AE79-904ED93B8A88}"/>
                </a:ext>
              </a:extLst>
            </p:cNvPr>
            <p:cNvSpPr/>
            <p:nvPr/>
          </p:nvSpPr>
          <p:spPr>
            <a:xfrm>
              <a:off x="2502537" y="245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圆角矩形 120">
              <a:extLst>
                <a:ext uri="{FF2B5EF4-FFF2-40B4-BE49-F238E27FC236}">
                  <a16:creationId xmlns:a16="http://schemas.microsoft.com/office/drawing/2014/main" id="{52E5BE31-A8F7-F716-D33C-E45427692B76}"/>
                </a:ext>
              </a:extLst>
            </p:cNvPr>
            <p:cNvSpPr/>
            <p:nvPr/>
          </p:nvSpPr>
          <p:spPr>
            <a:xfrm>
              <a:off x="3186912" y="254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Security &amp; Controllability of Agent-Integrated Software</a:t>
              </a:r>
            </a:p>
          </p:txBody>
        </p:sp>
        <p:sp>
          <p:nvSpPr>
            <p:cNvPr id="122" name="圆角矩形 121">
              <a:extLst>
                <a:ext uri="{FF2B5EF4-FFF2-40B4-BE49-F238E27FC236}">
                  <a16:creationId xmlns:a16="http://schemas.microsoft.com/office/drawing/2014/main" id="{3B655B26-52C1-BCBD-5260-166F6AA66851}"/>
                </a:ext>
              </a:extLst>
            </p:cNvPr>
            <p:cNvSpPr/>
            <p:nvPr/>
          </p:nvSpPr>
          <p:spPr>
            <a:xfrm>
              <a:off x="6461337" y="245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圆角矩形 122">
              <a:extLst>
                <a:ext uri="{FF2B5EF4-FFF2-40B4-BE49-F238E27FC236}">
                  <a16:creationId xmlns:a16="http://schemas.microsoft.com/office/drawing/2014/main" id="{30531FBF-EC45-2AA4-4631-99E803A36CE1}"/>
                </a:ext>
              </a:extLst>
            </p:cNvPr>
            <p:cNvSpPr/>
            <p:nvPr/>
          </p:nvSpPr>
          <p:spPr>
            <a:xfrm>
              <a:off x="7145712" y="254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Interaction Verification and Runtime Assurance</a:t>
              </a:r>
            </a:p>
          </p:txBody>
        </p:sp>
        <p:sp>
          <p:nvSpPr>
            <p:cNvPr id="124" name="圆角矩形 123">
              <a:extLst>
                <a:ext uri="{FF2B5EF4-FFF2-40B4-BE49-F238E27FC236}">
                  <a16:creationId xmlns:a16="http://schemas.microsoft.com/office/drawing/2014/main" id="{9DC67FD4-E927-33F1-BFC4-FCBD3871552C}"/>
                </a:ext>
              </a:extLst>
            </p:cNvPr>
            <p:cNvSpPr/>
            <p:nvPr/>
          </p:nvSpPr>
          <p:spPr>
            <a:xfrm>
              <a:off x="6461337" y="533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5" name="圆角矩形 124">
              <a:extLst>
                <a:ext uri="{FF2B5EF4-FFF2-40B4-BE49-F238E27FC236}">
                  <a16:creationId xmlns:a16="http://schemas.microsoft.com/office/drawing/2014/main" id="{0335A384-201A-9A5F-3694-66BF24CFC579}"/>
                </a:ext>
              </a:extLst>
            </p:cNvPr>
            <p:cNvSpPr/>
            <p:nvPr/>
          </p:nvSpPr>
          <p:spPr>
            <a:xfrm>
              <a:off x="7145712" y="542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Software Interaction</a:t>
              </a:r>
            </a:p>
            <a:p>
              <a:pPr algn="ctr"/>
              <a:r>
                <a:rPr kumimoji="1" lang="en-US" altLang="zh-CN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Quality Assurance</a:t>
              </a:r>
              <a:endParaRPr kumimoji="1" lang="zh-CN" altLang="en-US" sz="15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圆角矩形 125">
              <a:extLst>
                <a:ext uri="{FF2B5EF4-FFF2-40B4-BE49-F238E27FC236}">
                  <a16:creationId xmlns:a16="http://schemas.microsoft.com/office/drawing/2014/main" id="{5CBA10BE-7945-7A3F-2D3B-BFAF75FC6DDB}"/>
                </a:ext>
              </a:extLst>
            </p:cNvPr>
            <p:cNvSpPr/>
            <p:nvPr/>
          </p:nvSpPr>
          <p:spPr>
            <a:xfrm>
              <a:off x="8081337" y="389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" name="圆角矩形 126">
              <a:extLst>
                <a:ext uri="{FF2B5EF4-FFF2-40B4-BE49-F238E27FC236}">
                  <a16:creationId xmlns:a16="http://schemas.microsoft.com/office/drawing/2014/main" id="{783DB112-2675-7E12-B755-6CDF25F1B750}"/>
                </a:ext>
              </a:extLst>
            </p:cNvPr>
            <p:cNvSpPr/>
            <p:nvPr/>
          </p:nvSpPr>
          <p:spPr>
            <a:xfrm>
              <a:off x="8765712" y="398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Quality Engineering for Agent-Integrated Software</a:t>
              </a:r>
            </a:p>
          </p:txBody>
        </p:sp>
        <p:sp>
          <p:nvSpPr>
            <p:cNvPr id="128" name="圆角矩形 127">
              <a:extLst>
                <a:ext uri="{FF2B5EF4-FFF2-40B4-BE49-F238E27FC236}">
                  <a16:creationId xmlns:a16="http://schemas.microsoft.com/office/drawing/2014/main" id="{306A8C59-8DD0-FC99-707A-0F260B1113A7}"/>
                </a:ext>
              </a:extLst>
            </p:cNvPr>
            <p:cNvSpPr/>
            <p:nvPr/>
          </p:nvSpPr>
          <p:spPr>
            <a:xfrm>
              <a:off x="882537" y="389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9" name="圆角矩形 128">
              <a:extLst>
                <a:ext uri="{FF2B5EF4-FFF2-40B4-BE49-F238E27FC236}">
                  <a16:creationId xmlns:a16="http://schemas.microsoft.com/office/drawing/2014/main" id="{FE9F4FA7-6593-835B-E2FF-12F35769BCAE}"/>
                </a:ext>
              </a:extLst>
            </p:cNvPr>
            <p:cNvSpPr/>
            <p:nvPr/>
          </p:nvSpPr>
          <p:spPr>
            <a:xfrm>
              <a:off x="1566912" y="398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Intent-Driven</a:t>
              </a:r>
            </a:p>
            <a:p>
              <a:pPr algn="ctr"/>
              <a:r>
                <a:rPr kumimoji="1" lang="en-US" altLang="zh-CN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Intelligent Task Execution</a:t>
              </a:r>
            </a:p>
          </p:txBody>
        </p:sp>
        <p:sp>
          <p:nvSpPr>
            <p:cNvPr id="130" name="圆角矩形 129">
              <a:extLst>
                <a:ext uri="{FF2B5EF4-FFF2-40B4-BE49-F238E27FC236}">
                  <a16:creationId xmlns:a16="http://schemas.microsoft.com/office/drawing/2014/main" id="{46C9008D-7CC8-2C22-F6C0-32AD0CD37589}"/>
                </a:ext>
              </a:extLst>
            </p:cNvPr>
            <p:cNvSpPr/>
            <p:nvPr/>
          </p:nvSpPr>
          <p:spPr>
            <a:xfrm>
              <a:off x="2502537" y="533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1" name="圆角矩形 130">
              <a:extLst>
                <a:ext uri="{FF2B5EF4-FFF2-40B4-BE49-F238E27FC236}">
                  <a16:creationId xmlns:a16="http://schemas.microsoft.com/office/drawing/2014/main" id="{E52ED6E9-7ABD-5E30-9021-FAF603A72C4B}"/>
                </a:ext>
              </a:extLst>
            </p:cNvPr>
            <p:cNvSpPr/>
            <p:nvPr/>
          </p:nvSpPr>
          <p:spPr>
            <a:xfrm>
              <a:off x="3186912" y="542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Human–Agent Collaboration in Agent-Integrated Software </a:t>
              </a:r>
            </a:p>
          </p:txBody>
        </p:sp>
        <p:cxnSp>
          <p:nvCxnSpPr>
            <p:cNvPr id="132" name="直线箭头连接符 131">
              <a:extLst>
                <a:ext uri="{FF2B5EF4-FFF2-40B4-BE49-F238E27FC236}">
                  <a16:creationId xmlns:a16="http://schemas.microsoft.com/office/drawing/2014/main" id="{97C53AEA-F3AA-64A9-1D9E-347DEE328985}"/>
                </a:ext>
              </a:extLst>
            </p:cNvPr>
            <p:cNvCxnSpPr>
              <a:stCxn id="120" idx="3"/>
              <a:endCxn id="122" idx="1"/>
            </p:cNvCxnSpPr>
            <p:nvPr/>
          </p:nvCxnSpPr>
          <p:spPr>
            <a:xfrm>
              <a:off x="5742537" y="2909131"/>
              <a:ext cx="718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箭头连接符 132">
              <a:extLst>
                <a:ext uri="{FF2B5EF4-FFF2-40B4-BE49-F238E27FC236}">
                  <a16:creationId xmlns:a16="http://schemas.microsoft.com/office/drawing/2014/main" id="{4B06A5D4-84E1-AB45-E786-5C9B55BBEE48}"/>
                </a:ext>
              </a:extLst>
            </p:cNvPr>
            <p:cNvCxnSpPr>
              <a:cxnSpLocks/>
              <a:stCxn id="130" idx="3"/>
              <a:endCxn id="124" idx="1"/>
            </p:cNvCxnSpPr>
            <p:nvPr/>
          </p:nvCxnSpPr>
          <p:spPr>
            <a:xfrm>
              <a:off x="5742537" y="5789131"/>
              <a:ext cx="718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弧 133">
              <a:extLst>
                <a:ext uri="{FF2B5EF4-FFF2-40B4-BE49-F238E27FC236}">
                  <a16:creationId xmlns:a16="http://schemas.microsoft.com/office/drawing/2014/main" id="{054E3989-7CE7-AC0D-AD2D-E5B38EA25BCD}"/>
                </a:ext>
              </a:extLst>
            </p:cNvPr>
            <p:cNvSpPr/>
            <p:nvPr/>
          </p:nvSpPr>
          <p:spPr>
            <a:xfrm>
              <a:off x="1982623" y="2965580"/>
              <a:ext cx="990000" cy="1855075"/>
            </a:xfrm>
            <a:prstGeom prst="arc">
              <a:avLst>
                <a:gd name="adj1" fmla="val 10779912"/>
                <a:gd name="adj2" fmla="val 16205876"/>
              </a:avLst>
            </a:prstGeom>
            <a:ln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5" name="弧 134">
              <a:extLst>
                <a:ext uri="{FF2B5EF4-FFF2-40B4-BE49-F238E27FC236}">
                  <a16:creationId xmlns:a16="http://schemas.microsoft.com/office/drawing/2014/main" id="{3873A7AD-D8BC-4534-B3A5-6B1410DFF184}"/>
                </a:ext>
              </a:extLst>
            </p:cNvPr>
            <p:cNvSpPr/>
            <p:nvPr/>
          </p:nvSpPr>
          <p:spPr>
            <a:xfrm>
              <a:off x="2004451" y="3887255"/>
              <a:ext cx="990000" cy="1855075"/>
            </a:xfrm>
            <a:prstGeom prst="arc">
              <a:avLst>
                <a:gd name="adj1" fmla="val 5411474"/>
                <a:gd name="adj2" fmla="val 10870205"/>
              </a:avLst>
            </a:prstGeom>
            <a:ln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6" name="弧 135">
              <a:extLst>
                <a:ext uri="{FF2B5EF4-FFF2-40B4-BE49-F238E27FC236}">
                  <a16:creationId xmlns:a16="http://schemas.microsoft.com/office/drawing/2014/main" id="{2CD26419-EACF-AFA7-C2E9-9FB16AF71C6B}"/>
                </a:ext>
              </a:extLst>
            </p:cNvPr>
            <p:cNvSpPr/>
            <p:nvPr/>
          </p:nvSpPr>
          <p:spPr>
            <a:xfrm>
              <a:off x="870663" y="2547555"/>
              <a:ext cx="7007344" cy="1634108"/>
            </a:xfrm>
            <a:prstGeom prst="arc">
              <a:avLst>
                <a:gd name="adj1" fmla="val 10774"/>
                <a:gd name="adj2" fmla="val 6370471"/>
              </a:avLst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37" name="直线箭头连接符 136">
              <a:extLst>
                <a:ext uri="{FF2B5EF4-FFF2-40B4-BE49-F238E27FC236}">
                  <a16:creationId xmlns:a16="http://schemas.microsoft.com/office/drawing/2014/main" id="{8A877F55-C493-75FA-8AD0-16B8BEB20A03}"/>
                </a:ext>
              </a:extLst>
            </p:cNvPr>
            <p:cNvCxnSpPr>
              <a:cxnSpLocks/>
              <a:stCxn id="126" idx="1"/>
              <a:endCxn id="128" idx="3"/>
            </p:cNvCxnSpPr>
            <p:nvPr/>
          </p:nvCxnSpPr>
          <p:spPr>
            <a:xfrm flipH="1">
              <a:off x="4122537" y="4349131"/>
              <a:ext cx="3958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弧 137">
              <a:extLst>
                <a:ext uri="{FF2B5EF4-FFF2-40B4-BE49-F238E27FC236}">
                  <a16:creationId xmlns:a16="http://schemas.microsoft.com/office/drawing/2014/main" id="{7A4A3EC2-1AFF-EF57-2623-92D1684FC50C}"/>
                </a:ext>
              </a:extLst>
            </p:cNvPr>
            <p:cNvSpPr/>
            <p:nvPr/>
          </p:nvSpPr>
          <p:spPr>
            <a:xfrm>
              <a:off x="9228787" y="2983081"/>
              <a:ext cx="990000" cy="1855075"/>
            </a:xfrm>
            <a:prstGeom prst="arc">
              <a:avLst>
                <a:gd name="adj1" fmla="val 16164298"/>
                <a:gd name="adj2" fmla="val 21527089"/>
              </a:avLst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弧 138">
              <a:extLst>
                <a:ext uri="{FF2B5EF4-FFF2-40B4-BE49-F238E27FC236}">
                  <a16:creationId xmlns:a16="http://schemas.microsoft.com/office/drawing/2014/main" id="{7ACD0A08-7BB4-315B-4194-8396523D2F60}"/>
                </a:ext>
              </a:extLst>
            </p:cNvPr>
            <p:cNvSpPr/>
            <p:nvPr/>
          </p:nvSpPr>
          <p:spPr>
            <a:xfrm>
              <a:off x="9251246" y="3880060"/>
              <a:ext cx="990000" cy="1855075"/>
            </a:xfrm>
            <a:prstGeom prst="arc">
              <a:avLst>
                <a:gd name="adj1" fmla="val 21592717"/>
                <a:gd name="adj2" fmla="val 5506125"/>
              </a:avLst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0" name="圆角矩形 139">
              <a:extLst>
                <a:ext uri="{FF2B5EF4-FFF2-40B4-BE49-F238E27FC236}">
                  <a16:creationId xmlns:a16="http://schemas.microsoft.com/office/drawing/2014/main" id="{0C86F170-1679-0770-FB97-8554862CB9ED}"/>
                </a:ext>
              </a:extLst>
            </p:cNvPr>
            <p:cNvSpPr/>
            <p:nvPr/>
          </p:nvSpPr>
          <p:spPr>
            <a:xfrm>
              <a:off x="1026912" y="3240119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Constrains</a:t>
              </a:r>
            </a:p>
          </p:txBody>
        </p:sp>
        <p:sp>
          <p:nvSpPr>
            <p:cNvPr id="141" name="圆角矩形 140">
              <a:extLst>
                <a:ext uri="{FF2B5EF4-FFF2-40B4-BE49-F238E27FC236}">
                  <a16:creationId xmlns:a16="http://schemas.microsoft.com/office/drawing/2014/main" id="{9EC2EE9F-0FE5-D5F7-0D2F-3A025B9260D2}"/>
                </a:ext>
              </a:extLst>
            </p:cNvPr>
            <p:cNvSpPr/>
            <p:nvPr/>
          </p:nvSpPr>
          <p:spPr>
            <a:xfrm>
              <a:off x="1099362" y="5292330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Supports</a:t>
              </a:r>
            </a:p>
          </p:txBody>
        </p:sp>
        <p:sp>
          <p:nvSpPr>
            <p:cNvPr id="142" name="圆角矩形 141">
              <a:extLst>
                <a:ext uri="{FF2B5EF4-FFF2-40B4-BE49-F238E27FC236}">
                  <a16:creationId xmlns:a16="http://schemas.microsoft.com/office/drawing/2014/main" id="{95B97FB4-C059-6BE3-BBF1-EDF6B39A32CA}"/>
                </a:ext>
              </a:extLst>
            </p:cNvPr>
            <p:cNvSpPr/>
            <p:nvPr/>
          </p:nvSpPr>
          <p:spPr>
            <a:xfrm>
              <a:off x="5561937" y="2547555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Guides</a:t>
              </a:r>
            </a:p>
          </p:txBody>
        </p:sp>
        <p:sp>
          <p:nvSpPr>
            <p:cNvPr id="143" name="圆角矩形 142">
              <a:extLst>
                <a:ext uri="{FF2B5EF4-FFF2-40B4-BE49-F238E27FC236}">
                  <a16:creationId xmlns:a16="http://schemas.microsoft.com/office/drawing/2014/main" id="{5CDEB52A-4136-BCF8-41F2-109A081BCAF7}"/>
                </a:ext>
              </a:extLst>
            </p:cNvPr>
            <p:cNvSpPr/>
            <p:nvPr/>
          </p:nvSpPr>
          <p:spPr>
            <a:xfrm>
              <a:off x="5176627" y="3730228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Monitors</a:t>
              </a:r>
            </a:p>
          </p:txBody>
        </p:sp>
        <p:sp>
          <p:nvSpPr>
            <p:cNvPr id="144" name="圆角矩形 143">
              <a:extLst>
                <a:ext uri="{FF2B5EF4-FFF2-40B4-BE49-F238E27FC236}">
                  <a16:creationId xmlns:a16="http://schemas.microsoft.com/office/drawing/2014/main" id="{225884CA-978B-EDFB-5D94-6C95B3853E64}"/>
                </a:ext>
              </a:extLst>
            </p:cNvPr>
            <p:cNvSpPr/>
            <p:nvPr/>
          </p:nvSpPr>
          <p:spPr>
            <a:xfrm>
              <a:off x="6699705" y="4023034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Refines</a:t>
              </a:r>
            </a:p>
          </p:txBody>
        </p:sp>
        <p:sp>
          <p:nvSpPr>
            <p:cNvPr id="145" name="圆角矩形 144">
              <a:extLst>
                <a:ext uri="{FF2B5EF4-FFF2-40B4-BE49-F238E27FC236}">
                  <a16:creationId xmlns:a16="http://schemas.microsoft.com/office/drawing/2014/main" id="{001373EE-DEA4-4465-021E-D7D9886112A3}"/>
                </a:ext>
              </a:extLst>
            </p:cNvPr>
            <p:cNvSpPr/>
            <p:nvPr/>
          </p:nvSpPr>
          <p:spPr>
            <a:xfrm>
              <a:off x="9972117" y="3249853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Informs</a:t>
              </a:r>
            </a:p>
          </p:txBody>
        </p:sp>
        <p:sp>
          <p:nvSpPr>
            <p:cNvPr id="146" name="圆角矩形 145">
              <a:extLst>
                <a:ext uri="{FF2B5EF4-FFF2-40B4-BE49-F238E27FC236}">
                  <a16:creationId xmlns:a16="http://schemas.microsoft.com/office/drawing/2014/main" id="{9F7E8420-6005-9A10-33F1-2C55786D0EF1}"/>
                </a:ext>
              </a:extLst>
            </p:cNvPr>
            <p:cNvSpPr/>
            <p:nvPr/>
          </p:nvSpPr>
          <p:spPr>
            <a:xfrm>
              <a:off x="9972117" y="5281915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Supports</a:t>
              </a:r>
            </a:p>
          </p:txBody>
        </p:sp>
        <p:sp>
          <p:nvSpPr>
            <p:cNvPr id="147" name="圆角矩形 146">
              <a:extLst>
                <a:ext uri="{FF2B5EF4-FFF2-40B4-BE49-F238E27FC236}">
                  <a16:creationId xmlns:a16="http://schemas.microsoft.com/office/drawing/2014/main" id="{E46E5B63-FF63-A8E5-A123-1005E869AC7D}"/>
                </a:ext>
              </a:extLst>
            </p:cNvPr>
            <p:cNvSpPr/>
            <p:nvPr/>
          </p:nvSpPr>
          <p:spPr>
            <a:xfrm>
              <a:off x="5560902" y="5429131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en-US" altLang="zh-CN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Supports</a:t>
              </a:r>
            </a:p>
          </p:txBody>
        </p:sp>
        <p:pic>
          <p:nvPicPr>
            <p:cNvPr id="148" name="图形 147">
              <a:extLst>
                <a:ext uri="{FF2B5EF4-FFF2-40B4-BE49-F238E27FC236}">
                  <a16:creationId xmlns:a16="http://schemas.microsoft.com/office/drawing/2014/main" id="{507EE564-C1ED-51FE-3BF8-7D74932794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72000" y="4078990"/>
              <a:ext cx="540000" cy="540000"/>
            </a:xfrm>
            <a:prstGeom prst="rect">
              <a:avLst/>
            </a:prstGeom>
          </p:spPr>
        </p:pic>
        <p:pic>
          <p:nvPicPr>
            <p:cNvPr id="149" name="图形 148">
              <a:extLst>
                <a:ext uri="{FF2B5EF4-FFF2-40B4-BE49-F238E27FC236}">
                  <a16:creationId xmlns:a16="http://schemas.microsoft.com/office/drawing/2014/main" id="{D8F10D58-CE3C-BAE6-CC9A-958ACCE37B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92000" y="5518990"/>
              <a:ext cx="540000" cy="540000"/>
            </a:xfrm>
            <a:prstGeom prst="rect">
              <a:avLst/>
            </a:prstGeom>
          </p:spPr>
        </p:pic>
        <p:pic>
          <p:nvPicPr>
            <p:cNvPr id="150" name="图形 149">
              <a:extLst>
                <a:ext uri="{FF2B5EF4-FFF2-40B4-BE49-F238E27FC236}">
                  <a16:creationId xmlns:a16="http://schemas.microsoft.com/office/drawing/2014/main" id="{23D137DD-473E-986F-1539-C0F42B8283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92000" y="2638990"/>
              <a:ext cx="540000" cy="540000"/>
            </a:xfrm>
            <a:prstGeom prst="rect">
              <a:avLst/>
            </a:prstGeom>
          </p:spPr>
        </p:pic>
        <p:pic>
          <p:nvPicPr>
            <p:cNvPr id="151" name="图形 150">
              <a:extLst>
                <a:ext uri="{FF2B5EF4-FFF2-40B4-BE49-F238E27FC236}">
                  <a16:creationId xmlns:a16="http://schemas.microsoft.com/office/drawing/2014/main" id="{1C0BA743-E8CB-9C00-C8F8-FB48A3398D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52000" y="2638990"/>
              <a:ext cx="540000" cy="540000"/>
            </a:xfrm>
            <a:prstGeom prst="rect">
              <a:avLst/>
            </a:prstGeom>
          </p:spPr>
        </p:pic>
        <p:pic>
          <p:nvPicPr>
            <p:cNvPr id="152" name="图形 151">
              <a:extLst>
                <a:ext uri="{FF2B5EF4-FFF2-40B4-BE49-F238E27FC236}">
                  <a16:creationId xmlns:a16="http://schemas.microsoft.com/office/drawing/2014/main" id="{D1F6EBAA-712C-136C-DCD0-ABFA397081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72000" y="4078990"/>
              <a:ext cx="540000" cy="540000"/>
            </a:xfrm>
            <a:prstGeom prst="rect">
              <a:avLst/>
            </a:prstGeom>
          </p:spPr>
        </p:pic>
        <p:pic>
          <p:nvPicPr>
            <p:cNvPr id="153" name="图形 152">
              <a:extLst>
                <a:ext uri="{FF2B5EF4-FFF2-40B4-BE49-F238E27FC236}">
                  <a16:creationId xmlns:a16="http://schemas.microsoft.com/office/drawing/2014/main" id="{2CAF9F76-1D88-7B3F-F3FE-D2C5EB048F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52000" y="5518990"/>
              <a:ext cx="540000" cy="540000"/>
            </a:xfrm>
            <a:prstGeom prst="rect">
              <a:avLst/>
            </a:prstGeom>
          </p:spPr>
        </p:pic>
        <p:cxnSp>
          <p:nvCxnSpPr>
            <p:cNvPr id="154" name="直线箭头连接符 153">
              <a:extLst>
                <a:ext uri="{FF2B5EF4-FFF2-40B4-BE49-F238E27FC236}">
                  <a16:creationId xmlns:a16="http://schemas.microsoft.com/office/drawing/2014/main" id="{F2874847-E246-6ED6-8D98-8E1A218B046D}"/>
                </a:ext>
              </a:extLst>
            </p:cNvPr>
            <p:cNvCxnSpPr>
              <a:cxnSpLocks/>
            </p:cNvCxnSpPr>
            <p:nvPr/>
          </p:nvCxnSpPr>
          <p:spPr>
            <a:xfrm>
              <a:off x="4122537" y="1409083"/>
              <a:ext cx="3970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76E18478-C0ED-D5F4-F0F4-597490DE3124}"/>
                </a:ext>
              </a:extLst>
            </p:cNvPr>
            <p:cNvCxnSpPr>
              <a:cxnSpLocks/>
            </p:cNvCxnSpPr>
            <p:nvPr/>
          </p:nvCxnSpPr>
          <p:spPr>
            <a:xfrm>
              <a:off x="4122537" y="1573515"/>
              <a:ext cx="3970800" cy="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圆角矩形 177">
              <a:extLst>
                <a:ext uri="{FF2B5EF4-FFF2-40B4-BE49-F238E27FC236}">
                  <a16:creationId xmlns:a16="http://schemas.microsoft.com/office/drawing/2014/main" id="{CDDF1753-C642-72F3-A1F9-3B322F0F414E}"/>
                </a:ext>
              </a:extLst>
            </p:cNvPr>
            <p:cNvSpPr/>
            <p:nvPr/>
          </p:nvSpPr>
          <p:spPr>
            <a:xfrm>
              <a:off x="4659586" y="1647667"/>
              <a:ext cx="1260000" cy="540000"/>
            </a:xfrm>
            <a:prstGeom prst="roundRect">
              <a:avLst/>
            </a:prstGeom>
            <a:solidFill>
              <a:srgbClr val="F8FBFD"/>
            </a:solidFill>
            <a:ln w="6350"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Constrain</a:t>
              </a:r>
            </a:p>
            <a:p>
              <a:pPr algn="ctr"/>
              <a:r>
                <a:rPr kumimoji="1" lang="en-US" altLang="zh-CN" sz="12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Security</a:t>
              </a:r>
              <a:endParaRPr kumimoji="1"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9" name="直线箭头连接符 178">
              <a:extLst>
                <a:ext uri="{FF2B5EF4-FFF2-40B4-BE49-F238E27FC236}">
                  <a16:creationId xmlns:a16="http://schemas.microsoft.com/office/drawing/2014/main" id="{977481A7-83A6-C81B-A11D-9F6C98A2A35A}"/>
                </a:ext>
              </a:extLst>
            </p:cNvPr>
            <p:cNvCxnSpPr>
              <a:cxnSpLocks/>
              <a:stCxn id="178" idx="1"/>
              <a:endCxn id="178" idx="3"/>
            </p:cNvCxnSpPr>
            <p:nvPr/>
          </p:nvCxnSpPr>
          <p:spPr>
            <a:xfrm>
              <a:off x="4659586" y="1917667"/>
              <a:ext cx="1260000" cy="0"/>
            </a:xfrm>
            <a:prstGeom prst="straightConnector1">
              <a:avLst/>
            </a:prstGeom>
            <a:ln w="63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圆角矩形 179">
              <a:extLst>
                <a:ext uri="{FF2B5EF4-FFF2-40B4-BE49-F238E27FC236}">
                  <a16:creationId xmlns:a16="http://schemas.microsoft.com/office/drawing/2014/main" id="{B7758060-9CA6-8A7E-4D97-34C80F91BEF9}"/>
                </a:ext>
              </a:extLst>
            </p:cNvPr>
            <p:cNvSpPr/>
            <p:nvPr/>
          </p:nvSpPr>
          <p:spPr>
            <a:xfrm>
              <a:off x="6272417" y="1647667"/>
              <a:ext cx="1260000" cy="540000"/>
            </a:xfrm>
            <a:prstGeom prst="roundRect">
              <a:avLst/>
            </a:prstGeom>
            <a:solidFill>
              <a:srgbClr val="F8FBFD"/>
            </a:solidFill>
            <a:ln w="6350"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Capability</a:t>
              </a:r>
            </a:p>
            <a:p>
              <a:pPr algn="ctr"/>
              <a:r>
                <a:rPr kumimoji="1" lang="en-US" altLang="zh-CN" sz="12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Intelligence</a:t>
              </a:r>
              <a:endParaRPr kumimoji="1"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1" name="直线箭头连接符 180">
              <a:extLst>
                <a:ext uri="{FF2B5EF4-FFF2-40B4-BE49-F238E27FC236}">
                  <a16:creationId xmlns:a16="http://schemas.microsoft.com/office/drawing/2014/main" id="{0224F5B2-FEA1-BAC3-D0BA-2F1B22394E28}"/>
                </a:ext>
              </a:extLst>
            </p:cNvPr>
            <p:cNvCxnSpPr>
              <a:cxnSpLocks/>
              <a:stCxn id="180" idx="1"/>
              <a:endCxn id="180" idx="3"/>
            </p:cNvCxnSpPr>
            <p:nvPr/>
          </p:nvCxnSpPr>
          <p:spPr>
            <a:xfrm>
              <a:off x="6272417" y="1917667"/>
              <a:ext cx="1260000" cy="0"/>
            </a:xfrm>
            <a:prstGeom prst="straightConnector1">
              <a:avLst/>
            </a:prstGeom>
            <a:ln w="63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圆角矩形 181">
              <a:extLst>
                <a:ext uri="{FF2B5EF4-FFF2-40B4-BE49-F238E27FC236}">
                  <a16:creationId xmlns:a16="http://schemas.microsoft.com/office/drawing/2014/main" id="{36EB41C6-87BD-3986-1A76-39C83601C131}"/>
                </a:ext>
              </a:extLst>
            </p:cNvPr>
            <p:cNvSpPr/>
            <p:nvPr/>
          </p:nvSpPr>
          <p:spPr>
            <a:xfrm>
              <a:off x="4659585" y="803246"/>
              <a:ext cx="1260000" cy="540000"/>
            </a:xfrm>
            <a:prstGeom prst="roundRect">
              <a:avLst/>
            </a:prstGeom>
            <a:solidFill>
              <a:srgbClr val="F8FBFD"/>
            </a:solidFill>
            <a:ln w="6350"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Objective</a:t>
              </a:r>
            </a:p>
            <a:p>
              <a:pPr algn="ctr"/>
              <a:r>
                <a:rPr kumimoji="1" lang="en-US" altLang="zh-CN" sz="12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Interaction</a:t>
              </a:r>
              <a:endParaRPr kumimoji="1"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3" name="直线箭头连接符 182">
              <a:extLst>
                <a:ext uri="{FF2B5EF4-FFF2-40B4-BE49-F238E27FC236}">
                  <a16:creationId xmlns:a16="http://schemas.microsoft.com/office/drawing/2014/main" id="{462ABA2E-D9B0-01F6-F807-34E319A686D2}"/>
                </a:ext>
              </a:extLst>
            </p:cNvPr>
            <p:cNvCxnSpPr>
              <a:cxnSpLocks/>
              <a:stCxn id="182" idx="1"/>
              <a:endCxn id="182" idx="3"/>
            </p:cNvCxnSpPr>
            <p:nvPr/>
          </p:nvCxnSpPr>
          <p:spPr>
            <a:xfrm>
              <a:off x="4659585" y="1073246"/>
              <a:ext cx="1260000" cy="0"/>
            </a:xfrm>
            <a:prstGeom prst="straightConnector1">
              <a:avLst/>
            </a:prstGeom>
            <a:ln w="63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圆角矩形 183">
              <a:extLst>
                <a:ext uri="{FF2B5EF4-FFF2-40B4-BE49-F238E27FC236}">
                  <a16:creationId xmlns:a16="http://schemas.microsoft.com/office/drawing/2014/main" id="{CD12FD1B-1940-AB2A-2160-321F8D67259B}"/>
                </a:ext>
              </a:extLst>
            </p:cNvPr>
            <p:cNvSpPr/>
            <p:nvPr/>
          </p:nvSpPr>
          <p:spPr>
            <a:xfrm>
              <a:off x="6272417" y="803246"/>
              <a:ext cx="1260000" cy="540000"/>
            </a:xfrm>
            <a:prstGeom prst="roundRect">
              <a:avLst/>
            </a:prstGeom>
            <a:solidFill>
              <a:srgbClr val="F8FBFD"/>
            </a:solidFill>
            <a:ln w="6350"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Goal</a:t>
              </a:r>
            </a:p>
            <a:p>
              <a:pPr algn="ctr"/>
              <a:r>
                <a:rPr kumimoji="1" lang="en-US" altLang="zh-CN" sz="12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Trustworthiness</a:t>
              </a:r>
              <a:endParaRPr kumimoji="1"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5" name="直线箭头连接符 184">
              <a:extLst>
                <a:ext uri="{FF2B5EF4-FFF2-40B4-BE49-F238E27FC236}">
                  <a16:creationId xmlns:a16="http://schemas.microsoft.com/office/drawing/2014/main" id="{84F2ECAF-5F18-3C74-E3EB-ADB12E1EAA7B}"/>
                </a:ext>
              </a:extLst>
            </p:cNvPr>
            <p:cNvCxnSpPr>
              <a:cxnSpLocks/>
              <a:stCxn id="184" idx="1"/>
              <a:endCxn id="184" idx="3"/>
            </p:cNvCxnSpPr>
            <p:nvPr/>
          </p:nvCxnSpPr>
          <p:spPr>
            <a:xfrm>
              <a:off x="6272417" y="1073246"/>
              <a:ext cx="1260000" cy="0"/>
            </a:xfrm>
            <a:prstGeom prst="straightConnector1">
              <a:avLst/>
            </a:prstGeom>
            <a:ln w="63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503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55</Words>
  <Application>Microsoft Macintosh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Shengcheng Yu</dc:creator>
  <cp:lastModifiedBy>Shengcheng Yu</cp:lastModifiedBy>
  <cp:revision>13</cp:revision>
  <dcterms:created xsi:type="dcterms:W3CDTF">2026-09-15T13:52:19Z</dcterms:created>
  <dcterms:modified xsi:type="dcterms:W3CDTF">2026-09-15T14:45:59Z</dcterms:modified>
</cp:coreProperties>
</file>